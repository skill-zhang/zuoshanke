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img_20260529_172607_0_8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坐山客 vs 国内外AI平台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D4E8"/>
                </a:solidFill>
                <a:latin typeface="Microsoft YaHei"/>
              </a:defRPr>
            </a:pPr>
            <a:r>
              <a:t>AI Agent 领域深度对比分析报告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840480"/>
            <a:ext cx="3200400" cy="50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2026年05月  |  坐山客研究团队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img_20260529_172607_0_8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09728" cy="109728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E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国内 AI Agent 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3200400" cy="381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Coze（扣子）vs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90F0"/>
                </a:solidFill>
                <a:latin typeface="Microsoft Ya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91440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阿里百炼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90F0"/>
                </a:solidFill>
                <a:latin typeface="Microsoft Ya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91440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OpenClaw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90F0"/>
                </a:solidFill>
                <a:latin typeface="Microsoft Ya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91440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img_20260529_172607_0_8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09728" cy="109728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E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国际 AI Agent 巨头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3200400" cy="381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OpenAI Agents SDK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309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309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90F0"/>
                </a:solidFill>
                <a:latin typeface="Microsoft Ya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91440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Anthropic &amp; Google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核心能力差距总览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坐山客的独特优势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最终结论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27432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Rectangle 8"/>
          <p:cNvSpPr/>
          <p:nvPr/>
        </p:nvSpPr>
        <p:spPr>
          <a:xfrm>
            <a:off x="1097280" y="5760720"/>
            <a:ext cx="4572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
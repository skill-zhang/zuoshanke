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icrosoft YaHei"/>
              </a:rPr>
              <a:t>最终测试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/>
            <a:r>
              <a:rPr sz="1600" b="0">
                <a:solidFill>
                  <a:srgbClr val="C8D2E6"/>
                </a:solidFill>
                <a:latin typeface="Microsoft YaHei"/>
              </a:rPr>
              <a:t>作者: 坐山客  |  2026-05-29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页1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323232"/>
                </a:solidFill>
                <a:latin typeface="Microsoft YaHei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E3C78"/>
                </a:solidFill>
                <a:latin typeface="Microsoft YaHei"/>
              </a:rPr>
              <a:t>页2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左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188720"/>
            <a:ext cx="18288" cy="4572000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23232"/>
                </a:solidFill>
                <a:latin typeface="Microsoft YaHei"/>
              </a:rPr>
              <a:t>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
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img_20260529_171827_0_1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测试封面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00D4E8"/>
                </a:solidFill>
                <a:latin typeface="Microsoft YaHei"/>
              </a:defRPr>
            </a:pPr>
            <a:r>
              <a:t>验证修复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840480"/>
            <a:ext cx="3200400" cy="508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2026年05月  |  坐山客研究团队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测试总结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03120"/>
            <a:ext cx="27432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修复1: 图片缓存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修复2: 单页try-except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修复3: 错误不中断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760720"/>
            <a:ext cx="4572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C040"/>
                </a:solidFill>
                <a:latin typeface="Microsoft YaHei"/>
              </a:defRPr>
            </a:pPr>
            <a:r>
              <a:t>修复3: 错误不中断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
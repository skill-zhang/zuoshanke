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00D4E8"/>
                </a:solidFill>
                <a:latin typeface="Microsoft YaHei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097280" y="3840480"/>
            <a:ext cx="3200400" cy="508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8899AA"/>
                </a:solidFill>
                <a:latin typeface="Microsoft YaHei"/>
              </a:defRPr>
            </a:pPr>
            <a:r>
              <a:t>2026年05月  |  坐山客研究团队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005840"/>
            <a:ext cx="11430000" cy="118872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1234440"/>
            <a:ext cx="640080" cy="640080"/>
          </a:xfrm>
          <a:prstGeom prst="ellipse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1430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E8"/>
                </a:solidFill>
                <a:latin typeface="Microsoft YaHei"/>
              </a:defRPr>
            </a:pPr>
            <a:r>
              <a:t>标刱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0876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D8E0EE"/>
                </a:solidFill>
                <a:latin typeface="Microsoft YaHei"/>
              </a:defRPr>
            </a:pPr>
            <a:r>
              <a:t>第上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>
              <a:alpha val="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09728" cy="109728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4E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第上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14800"/>
            <a:ext cx="3200400" cy="381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表格到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731520"/>
          <a:ext cx="60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"/>
                <a:gridCol w="300"/>
              </a:tblGrid>
              <a:tr h="28803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列</a:t>
                      </a:r>
                    </a:p>
                  </a:txBody>
                  <a:tcPr anchor="ctr">
                    <a:solidFill>
                      <a:srgbClr val="0099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列</a:t>
                      </a:r>
                    </a:p>
                  </a:txBody>
                  <a:tcPr anchor="ctr">
                    <a:solidFill>
                      <a:srgbClr val="0099BB"/>
                    </a:solidFill>
                  </a:tcPr>
                </a:tc>
              </a:tr>
              <a:tr h="28803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数据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D8E0EE"/>
                          </a:solidFill>
                          <a:latin typeface="Microsoft YaHei"/>
                        </a:defRPr>
                      </a:pPr>
                      <a:r>
                        <a:t>数据</a:t>
                      </a:r>
                    </a:p>
                  </a:txBody>
                  <a:tcPr anchor="ctr">
                    <a:solidFill>
                      <a:srgbClr val="14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731520"/>
            <a:ext cx="5303520" cy="585216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914400"/>
            <a:ext cx="548640" cy="548640"/>
          </a:xfrm>
          <a:prstGeom prst="ellipse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E8"/>
                </a:solidFill>
                <a:latin typeface="Microsoft YaHei"/>
              </a:defRPr>
            </a:pPr>
            <a:r>
              <a:t>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左名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731520"/>
            <a:ext cx="5303520" cy="585216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29400" y="914400"/>
            <a:ext cx="548640" cy="548640"/>
          </a:xfrm>
          <a:prstGeom prst="ellipse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9601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07A"/>
                </a:solidFill>
                <a:latin typeface="Microsoft YaHei"/>
              </a:defRPr>
            </a:pPr>
            <a:r>
              <a:t>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554480"/>
            <a:ext cx="47548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0"/>
              </a:spcAft>
              <a:defRPr sz="2200">
                <a:solidFill>
                  <a:srgbClr val="D8E0EE"/>
                </a:solidFill>
                <a:latin typeface="Microsoft YaHei"/>
              </a:defRPr>
            </a:pPr>
            <a:r>
              <a:t>右名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三棕对法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822960"/>
            <a:ext cx="3657600" cy="530352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005840"/>
            <a:ext cx="548640" cy="548640"/>
          </a:xfrm>
          <a:prstGeom prst="ellipse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051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E8"/>
                </a:solidFill>
                <a:latin typeface="Microsoft YaHei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A1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822960"/>
            <a:ext cx="3657600" cy="530352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00E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1005840"/>
            <a:ext cx="548640" cy="548640"/>
          </a:xfrm>
          <a:prstGeom prst="ellipse">
            <a:avLst/>
          </a:prstGeom>
          <a:solidFill>
            <a:srgbClr val="00E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051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07A"/>
                </a:solidFill>
                <a:latin typeface="Microsoft YaHei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B1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822960"/>
            <a:ext cx="3657600" cy="5303520"/>
          </a:xfrm>
          <a:prstGeom prst="roundRect">
            <a:avLst/>
          </a:prstGeom>
          <a:solidFill>
            <a:srgbClr val="14203C"/>
          </a:solidFill>
          <a:ln w="2540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66760" y="1005840"/>
            <a:ext cx="548640" cy="548640"/>
          </a:xfrm>
          <a:prstGeom prst="ellipse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051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C040"/>
                </a:solidFill>
                <a:latin typeface="Microsoft YaHei"/>
              </a:defRPr>
            </a:pPr>
            <a: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64592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C1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出片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2560320" cy="2651760"/>
          </a:xfrm>
          <a:prstGeom prst="roundRect">
            <a:avLst/>
          </a:prstGeom>
          <a:solidFill>
            <a:srgbClr val="1A2A4A"/>
          </a:solidFill>
          <a:ln w="2540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960120"/>
            <a:ext cx="502920" cy="502920"/>
          </a:xfrm>
          <a:prstGeom prst="ellipse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E8"/>
                </a:solidFill>
                <a:latin typeface="Microsoft YaHei"/>
              </a:defRPr>
            </a:pPr>
            <a:r>
              <a:t>第丢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28800"/>
            <a:ext cx="1828800" cy="254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D8E0EE"/>
                </a:solidFill>
                <a:latin typeface="Microsoft YaHei"/>
              </a:defRPr>
            </a:pPr>
            <a:r>
              <a:t>第丢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03120"/>
            <a:ext cx="274320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8E0EE"/>
                </a:solidFill>
                <a:latin typeface="Microsoft YaHei"/>
              </a:defRPr>
            </a:pPr>
            <a:r>
              <a:t>要点牛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760720"/>
            <a:ext cx="4572000" cy="254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C040"/>
                </a:solidFill>
                <a:latin typeface="Microsoft YaHei"/>
              </a:defRPr>
            </a:pPr>
            <a:r>
              <a:t>要点牛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
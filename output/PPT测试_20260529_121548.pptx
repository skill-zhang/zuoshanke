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YaHei"/>
              </a:rPr>
              <a:t>PPT测试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 b="0">
                <a:solidFill>
                  <a:srgbClr val="C8D2E6"/>
                </a:solidFill>
                <a:latin typeface="Microsoft YaHei"/>
              </a:rPr>
              <a:t>作者: 坐山客  |  2026-05-29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Microsoft YaHei"/>
              </a:rPr>
              <a:t>第一页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A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
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img_20260529_172448_0_8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D4E8"/>
                </a:solidFill>
                <a:latin typeface="Microsoft YaHei"/>
              </a:defRPr>
            </a:pPr>
            <a:r>
              <a:t>2页测试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840480"/>
            <a:ext cx="3200400" cy="50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2026年05月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27432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Rectangle 8"/>
          <p:cNvSpPr/>
          <p:nvPr/>
        </p:nvSpPr>
        <p:spPr>
          <a:xfrm>
            <a:off x="1097280" y="5760720"/>
            <a:ext cx="4572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
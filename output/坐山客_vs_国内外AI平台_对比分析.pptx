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</a:rPr>
              <a:t>坐山客 vs 国内外 AI Agent 平台 — 能力对比分析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0">
                <a:solidFill>
                  <a:srgbClr val="C8D2E6"/>
                </a:solidFill>
                <a:latin typeface="Microsoft YaHei"/>
              </a:rPr>
              <a:t>作者: 坐山客分身  |  2026-05-29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报告背景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本报告基于对各平台官方文档、产品说明、白皮书的客观调研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从能力维度出发，对比坐山客与国内外主流 AI Agent 平台的差异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力求保真、求实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国内平台一览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• Coze（扣子）— 字节跳动，零代码 AI 智能体平台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• 阿里百炼（Model Studio）— 一站式大模型开发平台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• 百度千帆（AppBuilder）— 以 Agent 为核心的企业级平台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• 智谱 AutoGLM — 手机端自主操控 Agent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• OpenClaw — 开源个人 AI 助手（375k Stars）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Coze（扣子）vs 坐山客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26967" y="1188720"/>
          <a:ext cx="49377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Coze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坐山客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智能体创建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可视化拖拽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代码级定义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多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静态 DAG 编排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动态 Supervisor/Worker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记忆体系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简单 KV 存储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三层记忆（Identity+长期+上下文）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思维导图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❌ 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Thinking Map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浏览器拨测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❌ 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原生支持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数据主权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云端/自部署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完全本地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阿里百炼 vs 坐山客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26967" y="1188720"/>
          <a:ext cx="4937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百炼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坐山客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模型服务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千问全系列+第三方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模型无关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可视化编排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流程编排，无代码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对话驱动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模型微调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SFT/CPT/DPO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不依赖特定模型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私有化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❌ 云服务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完全本地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计费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按量付费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OpenClaw（375k Stars）vs 坐山客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26967" y="1188720"/>
          <a:ext cx="49377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坐山客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核心架构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Gateway 网关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Agent Loop + 场景路由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渠道接入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20+渠道（微信/Telegram等）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仅本地对话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记忆体系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会话记忆+上下文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三层记忆（增删改查强化）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思维导图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❌ 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Thinking Map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自省图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❌ 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Action Map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语音/移动端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❌ 无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社区生态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375k Stars，Skills 商店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单用户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国际三巨头 — OpenAI Agents SDK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26967" y="1188720"/>
          <a:ext cx="49377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能力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坐山客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Sandbox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隔离沙箱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⚠️ 无隔离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输入输出校验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❌ 无显式机制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Tracing 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追踪→评估→微调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仅可视化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Realtime 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语音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❌ 无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MCP 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❌ 不支持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仅 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✅ 模型无关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国际三巨头 — Anthropic &amp; Google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23232"/>
                </a:solidFill>
                <a:latin typeface="Microsoft YaHei"/>
              </a:rPr>
              <a:t>Anthropic（Claude）领先：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23232"/>
                </a:solidFill>
                <a:latin typeface="Microsoft YaHei"/>
              </a:rPr>
              <a:t>• Computer Use — 直接操控电脑屏幕/鼠标/键盘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23232"/>
                </a:solidFill>
                <a:latin typeface="Microsoft YaHei"/>
              </a:rPr>
              <a:t>• Evaluator-Optimizer — 生成+评估迭代优化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23232"/>
                </a:solidFill>
                <a:latin typeface="Microsoft YaHei"/>
              </a:rPr>
              <a:t>• MCP 生态 — 发明了 MCP 协议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23232"/>
                </a:solidFill>
                <a:latin typeface="Microsoft YaHei"/>
              </a:rPr>
              <a:t>Google（Gemini + ADK）领先：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23232"/>
                </a:solidFill>
                <a:latin typeface="Microsoft YaHei"/>
              </a:rPr>
              <a:t>• A2A 协议 — Agent 间通信标准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23232"/>
                </a:solidFill>
                <a:latin typeface="Microsoft YaHei"/>
              </a:rPr>
              <a:t>• 原生多模态 — 图片/视频/音频理解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23232"/>
                </a:solidFill>
                <a:latin typeface="Microsoft YaHei"/>
              </a:rPr>
              <a:t>• Project Mariner — 浏览器操控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1188720"/>
            <a:ext cx="18288" cy="4572000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核心差距总览（15 项能力）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26967" y="1188720"/>
          <a:ext cx="49377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差距领域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谁有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坐山客缺什么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沙箱执行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代码执行无隔离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无显式安全机制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Computer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语音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MCP 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三家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不支持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A2A 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Tracing 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无评估微调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多模态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依赖底层模型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并行执行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无显式并行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多渠道接入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仅本地对话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社区生态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单用户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坐山客的独特优势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49927" y="1188720"/>
          <a:ext cx="32918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独有能力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E3C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三层记忆体系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Identity+长期+上下文，业界独有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Thinking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发散收敛思维导图，项目规划专用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Action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架构自省图+进度追踪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浏览器拨测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DOM/CSS/Console/Network 全量验证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场景化路由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按场景隔离上下文，多任务不串扰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完全私有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数据不出本地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模型无关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不绑定任何模型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对话即开发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用户不需要编程，跟我说需求就加功能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最终结论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OpenAI/Anthropic/Google 强在"基础设施"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→ 沙箱、安全、语音、协议、生态、模型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国内平台强在"生态覆盖"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→ 低门槛、插件市场、企业级服务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OpenClaw 强在"渠道连接"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→ 20+聊天渠道、语音/移动端、社区生态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坐山客强在"个人深度"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→ 记忆体系、思维工具、自省能力、完全私有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坐山客不需要跟别人比基础设施——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它需要的是把"个人 AI 伙伴"这个方向做到极致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